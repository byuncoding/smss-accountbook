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62FE"/>
                </a:solidFill>
                <a:latin typeface="맑은 고딕"/>
              </a:rPr>
              <a:t>㈜ 와트  |  WATT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㈜와트 회사소개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산업용 AR 스마트글라스 전문기업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F62FE"/>
                </a:solidFill>
                <a:latin typeface="맑은 고딕"/>
              </a:rPr>
              <a:t>YYYY.MM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  <a:latin typeface="맑은 고딕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25252"/>
                </a:solidFill>
                <a:latin typeface="맑은 고딕"/>
              </a:rPr>
              <a:t>제안서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2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288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회사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p.03  기업 개요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핵심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945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p.04  하드웨어·소프트웨어·AI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8036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88036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8036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01752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Track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38328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p.05  주요 고객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p.06  성장 로드맵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544068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880360"/>
            <a:ext cx="777240" cy="10972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7772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F62FE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01752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기술 차별점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8328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>
                <a:solidFill>
                  <a:srgbClr val="525252"/>
                </a:solidFill>
                <a:latin typeface="맑은 고딕"/>
              </a:rPr>
              <a:t>p.07  인증·수상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01  회사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기업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3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기본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㈜와트 (WATT)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설립 2020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임직원 16명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김진명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파워플랜트 16년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AI 컨설턴트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조직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개발자 71%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AR · Big Data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플랜트 노하우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02  핵심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핵심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4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RealWear Navigator 520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IP66 / MIL-STD-810H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48MP 카메라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WATT TALK·MEMO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AR Post-it·Checker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Smart Report·TBM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Keeby 2.0 — 95%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100dB 실증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AR Hands 모션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03  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주요 고객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5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860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삼성엔지니어링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432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영상화질평가 1위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1031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1031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1031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2860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현대자동차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432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솔루션 납품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1031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031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1031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2860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DL케미칼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432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솔루션 납품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21031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21031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21031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2860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한일시멘트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7432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스마트팩토리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4747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4747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747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576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코오롱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1148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솔루션 납품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474720"/>
            <a:ext cx="2697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29000" y="3474720"/>
            <a:ext cx="548640" cy="128016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3474720"/>
            <a:ext cx="548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657600"/>
            <a:ext cx="1874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616"/>
                </a:solidFill>
                <a:latin typeface="맑은 고딕"/>
              </a:rPr>
              <a:t>효성중공업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114800"/>
            <a:ext cx="1874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25252"/>
                </a:solidFill>
                <a:latin typeface="맑은 고딕"/>
              </a:rPr>
              <a:t>솔루션 납품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892040"/>
            <a:ext cx="10881360" cy="14630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983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성장 로드맵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7280" y="5806440"/>
            <a:ext cx="9966960" cy="2540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03  Track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성장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6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10881360" cy="146304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616"/>
                </a:solidFill>
                <a:latin typeface="맑은 고딕"/>
              </a:rPr>
              <a:t>성장 로드맵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834640"/>
            <a:ext cx="9966960" cy="25400"/>
          </a:xfrm>
          <a:prstGeom prst="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" y="2719324"/>
            <a:ext cx="256032" cy="25603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창업</a:t>
            </a:r>
          </a:p>
        </p:txBody>
      </p:sp>
      <p:sp>
        <p:nvSpPr>
          <p:cNvPr id="15" name="Oval 14"/>
          <p:cNvSpPr/>
          <p:nvPr/>
        </p:nvSpPr>
        <p:spPr>
          <a:xfrm>
            <a:off x="3461004" y="2719324"/>
            <a:ext cx="256032" cy="25603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606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2021~22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462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TIPS · 벤처</a:t>
            </a:r>
          </a:p>
        </p:txBody>
      </p:sp>
      <p:sp>
        <p:nvSpPr>
          <p:cNvPr id="18" name="Oval 17"/>
          <p:cNvSpPr/>
          <p:nvPr/>
        </p:nvSpPr>
        <p:spPr>
          <a:xfrm>
            <a:off x="5952744" y="2719324"/>
            <a:ext cx="256032" cy="256032"/>
          </a:xfrm>
          <a:prstGeom prst="ellipse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2023~25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대기업 확산</a:t>
            </a:r>
          </a:p>
        </p:txBody>
      </p:sp>
      <p:sp>
        <p:nvSpPr>
          <p:cNvPr id="21" name="Oval 20"/>
          <p:cNvSpPr/>
          <p:nvPr/>
        </p:nvSpPr>
        <p:spPr>
          <a:xfrm>
            <a:off x="8444484" y="2719324"/>
            <a:ext cx="256032" cy="25603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954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810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Series A</a:t>
            </a:r>
          </a:p>
        </p:txBody>
      </p:sp>
      <p:sp>
        <p:nvSpPr>
          <p:cNvPr id="24" name="Oval 23"/>
          <p:cNvSpPr/>
          <p:nvPr/>
        </p:nvSpPr>
        <p:spPr>
          <a:xfrm>
            <a:off x="10936224" y="2719324"/>
            <a:ext cx="256032" cy="256032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0" y="2331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61616"/>
                </a:solidFill>
                <a:latin typeface="맑은 고딕"/>
              </a:rPr>
              <a:t>2029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61616"/>
                </a:solidFill>
                <a:latin typeface="맑은 고딕"/>
              </a:rPr>
              <a:t>IPO 목표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04  기술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맑은 고딕"/>
              </a:rPr>
              <a:t>기술 차별점 + 인증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548640" cy="381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25252"/>
                </a:solidFill>
                <a:latin typeface="맑은 고딕"/>
              </a:rPr>
              <a:t>7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25252"/>
                </a:solidFill>
                <a:latin typeface="맑은 고딕"/>
              </a:rPr>
              <a:t>㈜와트  |  WATT CO. LTD.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극한 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IP66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MIL-STD-810H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100dBA 음성인식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산업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Keeby 95% 인증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발전소·교량 실증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다국어 확장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4343400"/>
          </a:xfrm>
          <a:prstGeom prst="rect">
            <a:avLst/>
          </a:prstGeom>
          <a:solidFill>
            <a:srgbClr val="F4F4F4"/>
          </a:solidFill>
          <a:ln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3566160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1616"/>
                </a:solidFill>
                <a:latin typeface="맑은 고딕"/>
              </a:rPr>
              <a:t>외부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14600"/>
            <a:ext cx="310896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TIPS 선정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ISO 9001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61616"/>
                </a:solidFill>
                <a:latin typeface="맑은 고딕"/>
              </a:rPr>
              <a:t>•  특허 4건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7620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62FE"/>
                </a:solidFill>
                <a:latin typeface="맑은 고딕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함께 산업 현장의 미래를 만들어갑니다.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회사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㈜와트 (WATT CO. LTD.)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주소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389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경기도 성남 판교이노베이션랩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영업 문의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9319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wgkim@wattsolution.co.kr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고객센터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3891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070-7124-2588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62FE"/>
                </a:solidFill>
                <a:latin typeface="맑은 고딕"/>
              </a:rPr>
              <a:t>홈페이지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4632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www.wattsolution.co.kr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