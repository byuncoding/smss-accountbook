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62FE"/>
                </a:solidFill>
                <a:latin typeface="맑은 고딕"/>
              </a:rPr>
              <a:t>㈜ 와트  |  WATT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[보고 주제]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[한 줄 요약]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62FE"/>
                </a:solidFill>
                <a:latin typeface="맑은 고딕"/>
              </a:rPr>
              <a:t>YYYY.MM.DD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01 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현황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2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영역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영역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영역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현황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02 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주요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3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78680"/>
            <a:ext cx="3566160" cy="76200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24A148"/>
                </a:solidFill>
                <a:latin typeface="맑은 고딕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지표명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67868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0F62FE"/>
                </a:solidFill>
                <a:latin typeface="맑은 고딕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지표명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설명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3566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4678680"/>
            <a:ext cx="3566160" cy="76200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1488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>
                <a:solidFill>
                  <a:srgbClr val="DA1E28"/>
                </a:solidFill>
                <a:latin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61616"/>
                </a:solidFill>
                <a:latin typeface="맑은 고딕"/>
              </a:rPr>
              <a:t>지표명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7033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25252"/>
                </a:solidFill>
                <a:latin typeface="맑은 고딕"/>
              </a:rPr>
              <a:t>설명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03 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분석·원인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4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48640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548640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잘된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44068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44068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개선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9834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포인트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04  액션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결론 및 다음 액션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단기 액션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1주~1개월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장기 액션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1~3개월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62FE"/>
                </a:solidFill>
                <a:latin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질문 · 피드백 환영합니다.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